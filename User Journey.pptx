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6775e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6775e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6775ed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6775ed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6775ed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6775ed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e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3538" y="152400"/>
            <a:ext cx="4496916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0" y="0"/>
            <a:ext cx="13710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CEO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journey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cf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7488" y="152400"/>
            <a:ext cx="4289036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0" y="0"/>
            <a:ext cx="10860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CFO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journey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h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2000" y="152400"/>
            <a:ext cx="346000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0" y="0"/>
            <a:ext cx="113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journey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